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2" d="100"/>
          <a:sy n="42" d="100"/>
        </p:scale>
        <p:origin x="540" y="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84;p13" descr="image.png">
            <a:extLst>
              <a:ext uri="{FF2B5EF4-FFF2-40B4-BE49-F238E27FC236}">
                <a16:creationId xmlns:a16="http://schemas.microsoft.com/office/drawing/2014/main" id="{50D4F1FC-DF55-D18F-D55C-F1D2BF010B9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41650" y="161607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87;p13">
            <a:extLst>
              <a:ext uri="{FF2B5EF4-FFF2-40B4-BE49-F238E27FC236}">
                <a16:creationId xmlns:a16="http://schemas.microsoft.com/office/drawing/2014/main" id="{34151AFA-1D4D-872B-66FA-E8320DB2E89A}"/>
              </a:ext>
            </a:extLst>
          </p:cNvPr>
          <p:cNvSpPr txBox="1"/>
          <p:nvPr/>
        </p:nvSpPr>
        <p:spPr>
          <a:xfrm>
            <a:off x="3302254" y="3271758"/>
            <a:ext cx="11601450" cy="1625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rtl="0">
              <a:lnSpc>
                <a:spcPct val="110000"/>
              </a:lnSpc>
            </a:pPr>
            <a:r>
              <a:rPr lang="en-US" sz="3200" b="1" dirty="0" err="1">
                <a:solidFill>
                  <a:srgbClr val="005088"/>
                </a:solidFill>
                <a:latin typeface="Merriweather"/>
                <a:sym typeface="Merriweather"/>
              </a:rPr>
              <a:t>Đề</a:t>
            </a:r>
            <a:r>
              <a:rPr lang="en-US" sz="3200" b="1" dirty="0">
                <a:solidFill>
                  <a:srgbClr val="005088"/>
                </a:solidFill>
                <a:latin typeface="Merriweather"/>
                <a:sym typeface="Merriweather"/>
              </a:rPr>
              <a:t> Tài: 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KIỂM THỬ TỔ HỢP PAIRWISE CHO HỆ THỐNG CÓ NHIỀU THAM SỐ CẤU HÌNH</a:t>
            </a:r>
            <a:endParaRPr lang="en-US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/>
          </a:p>
        </p:txBody>
      </p:sp>
      <p:sp>
        <p:nvSpPr>
          <p:cNvPr id="8" name="Google Shape;88;p13">
            <a:extLst>
              <a:ext uri="{FF2B5EF4-FFF2-40B4-BE49-F238E27FC236}">
                <a16:creationId xmlns:a16="http://schemas.microsoft.com/office/drawing/2014/main" id="{1C0482CE-0B5E-71E0-2ACC-FFF65741D85B}"/>
              </a:ext>
            </a:extLst>
          </p:cNvPr>
          <p:cNvSpPr txBox="1"/>
          <p:nvPr/>
        </p:nvSpPr>
        <p:spPr>
          <a:xfrm>
            <a:off x="2813050" y="1145373"/>
            <a:ext cx="11049000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 dirty="0">
                <a:solidFill>
                  <a:schemeClr val="accent1">
                    <a:lumMod val="75000"/>
                  </a:schemeClr>
                </a:solidFill>
                <a:latin typeface="Roboto Light"/>
                <a:ea typeface="Roboto Light"/>
                <a:cs typeface="Roboto Light"/>
                <a:sym typeface="Roboto Light"/>
              </a:rPr>
              <a:t>Môn </a:t>
            </a:r>
            <a:r>
              <a:rPr lang="en-US" sz="4000" b="0" i="0" u="none" strike="noStrike" cap="none" dirty="0" err="1">
                <a:solidFill>
                  <a:schemeClr val="accent1">
                    <a:lumMod val="75000"/>
                  </a:schemeClr>
                </a:solidFill>
                <a:latin typeface="Roboto Light"/>
                <a:ea typeface="Roboto Light"/>
                <a:cs typeface="Roboto Light"/>
                <a:sym typeface="Roboto Light"/>
              </a:rPr>
              <a:t>học:</a:t>
            </a:r>
            <a:r>
              <a:rPr lang="en-US" sz="4000" dirty="0" err="1">
                <a:solidFill>
                  <a:schemeClr val="accent1">
                    <a:lumMod val="75000"/>
                  </a:schemeClr>
                </a:solidFill>
                <a:latin typeface="Roboto Light"/>
                <a:ea typeface="Roboto Light"/>
                <a:cs typeface="Roboto Light"/>
                <a:sym typeface="Roboto Light"/>
              </a:rPr>
              <a:t>ĐẢM</a:t>
            </a:r>
            <a:r>
              <a:rPr lang="en-US" sz="4000" dirty="0">
                <a:solidFill>
                  <a:schemeClr val="accent1">
                    <a:lumMod val="75000"/>
                  </a:schemeClr>
                </a:solidFill>
                <a:latin typeface="Roboto Light"/>
                <a:ea typeface="Roboto Light"/>
                <a:cs typeface="Roboto Light"/>
                <a:sym typeface="Roboto Light"/>
              </a:rPr>
              <a:t> BẢO CHẤT LƯỢNG VÀ KIỂM THỬ PHẦN MỀM</a:t>
            </a:r>
            <a:r>
              <a:rPr lang="en-US" sz="4000" b="0" i="0" u="none" strike="noStrike" cap="none" dirty="0">
                <a:solidFill>
                  <a:schemeClr val="accent1">
                    <a:lumMod val="75000"/>
                  </a:schemeClr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endParaRPr lang="en-US" sz="4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" name="Google Shape;89;p13">
            <a:extLst>
              <a:ext uri="{FF2B5EF4-FFF2-40B4-BE49-F238E27FC236}">
                <a16:creationId xmlns:a16="http://schemas.microsoft.com/office/drawing/2014/main" id="{B305E0D3-81A7-1DFF-1F6B-938555E699E0}"/>
              </a:ext>
            </a:extLst>
          </p:cNvPr>
          <p:cNvSpPr txBox="1"/>
          <p:nvPr/>
        </p:nvSpPr>
        <p:spPr>
          <a:xfrm>
            <a:off x="2137156" y="4410317"/>
            <a:ext cx="11049000" cy="2872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83333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Sinh </a:t>
            </a:r>
            <a:r>
              <a:rPr lang="en-US" sz="2800" i="0" u="none" strike="noStrike" cap="none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viên</a:t>
            </a:r>
            <a:r>
              <a:rPr lang="en-US" sz="2800" b="1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Triệu Trà My </a:t>
            </a:r>
            <a:endParaRPr lang="en-US" sz="2800" dirty="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ctr" rtl="0">
              <a:lnSpc>
                <a:spcPct val="18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Lớp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:K58KTP</a:t>
            </a:r>
          </a:p>
          <a:p>
            <a:pPr marL="0" marR="0" lvl="0" indent="0" algn="ctr" rtl="0">
              <a:lnSpc>
                <a:spcPct val="18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80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MSSV</a:t>
            </a:r>
            <a:r>
              <a:rPr lang="en-US" sz="2800" b="1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K225480106102</a:t>
            </a:r>
            <a:endParaRPr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F08715-A8AF-C793-EFE2-100B14FAA8E6}"/>
              </a:ext>
            </a:extLst>
          </p:cNvPr>
          <p:cNvSpPr txBox="1"/>
          <p:nvPr/>
        </p:nvSpPr>
        <p:spPr>
          <a:xfrm>
            <a:off x="5632450" y="4290498"/>
            <a:ext cx="6611112" cy="60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800" dirty="0"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GV </a:t>
            </a:r>
            <a:r>
              <a:rPr lang="en-US" sz="2800" dirty="0" err="1"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hướng</a:t>
            </a:r>
            <a:r>
              <a:rPr lang="en-US" sz="2800" dirty="0"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dẫn</a:t>
            </a:r>
            <a:r>
              <a:rPr lang="en-US" sz="2800" dirty="0"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: Ts. Nguyễn Tiến Linh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</TotalTime>
  <Words>52</Words>
  <Application>Microsoft Office PowerPoint</Application>
  <PresentationFormat>Custom</PresentationFormat>
  <Paragraphs>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Calibri</vt:lpstr>
      <vt:lpstr>Merriweather</vt:lpstr>
      <vt:lpstr>Roboto</vt:lpstr>
      <vt:lpstr>Roboto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cp:lastModifiedBy>Administrator</cp:lastModifiedBy>
  <cp:revision>4</cp:revision>
  <dcterms:created xsi:type="dcterms:W3CDTF">2026-06-23T12:30:22Z</dcterms:created>
  <dcterms:modified xsi:type="dcterms:W3CDTF">2026-06-23T14:20:59Z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2026-06-23T00:00:00Z</vt:filetime>
  </property>
  <property fmtid="{D5CDD505-2E9C-101B-9397-08002B2CF9AE}" pid="3" name="LastSaved">
    <vt:filetime>2026-06-23T00:00:00Z</vt:filetime>
  </property>
  <property fmtid="{D5CDD505-2E9C-101B-9397-08002B2CF9AE}" pid="4" name="Producer">
    <vt:lpwstr>3-Heights(TM) PDF Security Shell 4.8.25.2 (http://www.pdf-tools.com)</vt:lpwstr>
  </property>
</Properties>
</file>